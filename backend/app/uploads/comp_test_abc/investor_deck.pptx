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Duelens Financial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0000" y="1500000"/>
          <a:ext cx="5000000" cy="2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0000"/>
                <a:gridCol w="2500000"/>
              </a:tblGrid>
              <a:tr h="666666">
                <a:tc>
                  <a:txBody>
                    <a:bodyPr/>
                    <a:lstStyle/>
                    <a:p>
                      <a:r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Revenue</a:t>
                      </a:r>
                    </a:p>
                  </a:txBody>
                  <a:tcPr/>
                </a:tc>
              </a:tr>
              <a:tr h="666666">
                <a:tc>
                  <a:txBody>
                    <a:bodyPr/>
                    <a:lstStyle/>
                    <a:p>
                      <a:r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$5,000,000</a:t>
                      </a:r>
                    </a:p>
                  </a:txBody>
                  <a:tcPr/>
                </a:tc>
              </a:tr>
              <a:tr h="666668">
                <a:tc>
                  <a:txBody>
                    <a:bodyPr/>
                    <a:lstStyle/>
                    <a:p>
                      <a:r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$10,000,000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